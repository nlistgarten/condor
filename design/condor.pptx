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9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90"/>
    <p:restoredTop sz="96327"/>
  </p:normalViewPr>
  <p:slideViewPr>
    <p:cSldViewPr snapToGrid="0">
      <p:cViewPr varScale="1">
        <p:scale>
          <a:sx n="142" d="100"/>
          <a:sy n="142" d="100"/>
        </p:scale>
        <p:origin x="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Provide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94556-3671-80AE-F917-ECDD9B076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2F232-6851-386C-298F-F3F85B184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Implementations</a:t>
            </a:r>
          </a:p>
        </p:txBody>
      </p:sp>
    </p:spTree>
    <p:extLst>
      <p:ext uri="{BB962C8B-B14F-4D97-AF65-F5344CB8AC3E}">
        <p14:creationId xmlns:p14="http://schemas.microsoft.com/office/powerpoint/2010/main" val="71114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4391809"/>
              </p:ext>
            </p:extLst>
          </p:nvPr>
        </p:nvGraphicFramePr>
        <p:xfrm>
          <a:off x="4772024" y="1297458"/>
          <a:ext cx="7275814" cy="497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228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168921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924256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/>
                        <a:t>event update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</a:t>
                      </a:r>
                      <a:r>
                        <a:rPr lang="en-US" dirty="0" err="1"/>
                        <a:t>output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15946</TotalTime>
  <Words>1081</Words>
  <Application>Microsoft Macintosh PowerPoint</Application>
  <PresentationFormat>Widescreen</PresentationFormat>
  <Paragraphs>130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PowerPoint Presentation</vt:lpstr>
      <vt:lpstr>The Model layer</vt:lpstr>
      <vt:lpstr>Model definitions are symbolic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53</cp:revision>
  <dcterms:created xsi:type="dcterms:W3CDTF">2023-07-09T17:45:53Z</dcterms:created>
  <dcterms:modified xsi:type="dcterms:W3CDTF">2023-07-20T19:32:42Z</dcterms:modified>
</cp:coreProperties>
</file>