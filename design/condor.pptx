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4" r:id="rId12"/>
    <p:sldId id="270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0"/>
    <p:restoredTop sz="96327"/>
  </p:normalViewPr>
  <p:slideViewPr>
    <p:cSldViewPr snapToGrid="0">
      <p:cViewPr varScale="1">
        <p:scale>
          <a:sx n="141" d="100"/>
          <a:sy n="141" d="100"/>
        </p:scale>
        <p:origin x="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8/4/23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cage/odes/issues/127#issuecomment-92378224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Provide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009790"/>
              </p:ext>
            </p:extLst>
          </p:nvPr>
        </p:nvGraphicFramePr>
        <p:xfrm>
          <a:off x="4772024" y="1297458"/>
          <a:ext cx="7275814" cy="51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/>
                        <a:t>input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constants?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020FC-B719-5416-C20F-A4695FA1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 for Trajectory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E7EE5-6AD7-75ED-D683-8B5C46276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67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Moved to </a:t>
            </a:r>
            <a:r>
              <a:rPr lang="en-US" dirty="0" err="1"/>
              <a:t>scikits.odes</a:t>
            </a:r>
            <a:r>
              <a:rPr lang="en-US" dirty="0"/>
              <a:t> CVODE, an implicit solver; implicit may generally be slower but more accurate than explicit? but faster per accuracy? see discussion</a:t>
            </a:r>
            <a:r>
              <a:rPr lang="en-US" baseline="-25000" dirty="0">
                <a:hlinkClick r:id="rId2"/>
              </a:rPr>
              <a:t>://github.com/bmcage/odes/issues/127#issuecomment-923782240</a:t>
            </a:r>
            <a:r>
              <a:rPr lang="en-US" dirty="0"/>
              <a:t>. </a:t>
            </a:r>
          </a:p>
          <a:p>
            <a:r>
              <a:rPr lang="en-US" dirty="0"/>
              <a:t>May be able to use state ordering so banded </a:t>
            </a:r>
            <a:r>
              <a:rPr lang="en-US" dirty="0" err="1"/>
              <a:t>jacobian</a:t>
            </a:r>
            <a:r>
              <a:rPr lang="en-US" dirty="0"/>
              <a:t> can be used. Other solver configuration options may improve performance as well.</a:t>
            </a:r>
          </a:p>
          <a:p>
            <a:r>
              <a:rPr lang="en-US" dirty="0"/>
              <a:t>Implicit means iterative solution at every time step </a:t>
            </a:r>
            <a:r>
              <a:rPr lang="en-US" dirty="0">
                <a:sym typeface="Wingdings" pitchFamily="2" charset="2"/>
              </a:rPr>
              <a:t> solvers (</a:t>
            </a:r>
            <a:r>
              <a:rPr lang="en-US" dirty="0" err="1">
                <a:sym typeface="Wingdings" pitchFamily="2" charset="2"/>
              </a:rPr>
              <a:t>AlgebraicSystem</a:t>
            </a:r>
            <a:r>
              <a:rPr lang="en-US" dirty="0">
                <a:sym typeface="Wingdings" pitchFamily="2" charset="2"/>
              </a:rPr>
              <a:t> or </a:t>
            </a:r>
            <a:r>
              <a:rPr lang="en-US" dirty="0" err="1">
                <a:sym typeface="Wingdings" pitchFamily="2" charset="2"/>
              </a:rPr>
              <a:t>OptimizationProblem</a:t>
            </a:r>
            <a:r>
              <a:rPr lang="en-US" dirty="0">
                <a:sym typeface="Wingdings" pitchFamily="2" charset="2"/>
              </a:rPr>
              <a:t>) for control will likely be worse! They probably need solution conditions lifted to DAE residual. </a:t>
            </a:r>
          </a:p>
          <a:p>
            <a:r>
              <a:rPr lang="en-US" dirty="0"/>
              <a:t>Maybe add explicit solver wrapper following new API. New API is well-organized &amp; can likely wrap </a:t>
            </a:r>
            <a:r>
              <a:rPr lang="en-US" dirty="0" err="1"/>
              <a:t>explicit+events</a:t>
            </a:r>
            <a:r>
              <a:rPr lang="en-US" dirty="0"/>
              <a:t> and sundials CVODES/IDA relatively easily. </a:t>
            </a:r>
            <a:r>
              <a:rPr lang="en-US" dirty="0" err="1"/>
              <a:t>SimuPy</a:t>
            </a:r>
            <a:r>
              <a:rPr lang="en-US" dirty="0"/>
              <a:t> (explicit solver) version had problems for later orbital problems even though first orbital problem ~twice as fast (consistent with </a:t>
            </a:r>
            <a:r>
              <a:rPr lang="en-US" dirty="0" err="1"/>
              <a:t>bmcage’s</a:t>
            </a:r>
            <a:r>
              <a:rPr lang="en-US" dirty="0"/>
              <a:t> optimized example in discussion). Not sure if explicit issues for later orbital resolved by time-yielding</a:t>
            </a:r>
          </a:p>
          <a:p>
            <a:r>
              <a:rPr lang="en-US" dirty="0">
                <a:sym typeface="Wingdings" pitchFamily="2" charset="2"/>
              </a:rPr>
              <a:t>Modes definitely need </a:t>
            </a:r>
            <a:r>
              <a:rPr lang="en-US" dirty="0" err="1">
                <a:sym typeface="Wingdings" pitchFamily="2" charset="2"/>
              </a:rPr>
              <a:t>if_else</a:t>
            </a:r>
            <a:r>
              <a:rPr lang="en-US" dirty="0">
                <a:sym typeface="Wingdings" pitchFamily="2" charset="2"/>
              </a:rPr>
              <a:t> control branch instead of *float(bool) for explicit solver. Lifted DAE approach may be less important (although number of residuals may change…)</a:t>
            </a:r>
          </a:p>
          <a:p>
            <a:r>
              <a:rPr lang="en-US" dirty="0">
                <a:sym typeface="Wingdings" pitchFamily="2" charset="2"/>
              </a:rPr>
              <a:t>Use the built-in sensitivity method of IDAS/CVODES for the continuous portions, then SGM equations for discontinuities. May be able to minimize storage requirements/accuracy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5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pPr lvl="1"/>
            <a:r>
              <a:rPr lang="en-US" dirty="0"/>
              <a:t>a module can define settings that change the model definition</a:t>
            </a:r>
          </a:p>
          <a:p>
            <a:pPr lvl="1"/>
            <a:r>
              <a:rPr lang="en-US" dirty="0"/>
              <a:t>Variables that user can set must be defined in a </a:t>
            </a:r>
            <a:r>
              <a:rPr lang="en-US" dirty="0" err="1"/>
              <a:t>dict</a:t>
            </a:r>
            <a:r>
              <a:rPr lang="en-US" dirty="0"/>
              <a:t> [</a:t>
            </a:r>
            <a:r>
              <a:rPr lang="en-US" dirty="0" err="1">
                <a:solidFill>
                  <a:srgbClr val="FF0000"/>
                </a:solidFill>
              </a:rPr>
              <a:t>SimpleNamespace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] and passed to </a:t>
            </a:r>
            <a:r>
              <a:rPr lang="en-US" dirty="0" err="1">
                <a:latin typeface="Andale Mono" panose="020B0509000000000004" pitchFamily="49" charset="0"/>
              </a:rPr>
              <a:t>condor.settings.get_settings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To access the dynamically defined model, use </a:t>
            </a:r>
          </a:p>
          <a:p>
            <a:pPr marL="457200" lvl="1" indent="0">
              <a:buNone/>
            </a:pPr>
            <a:endParaRPr lang="en-US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r>
              <a:rPr lang="en-US" dirty="0" err="1">
                <a:latin typeface="Andale Mono" panose="020B0509000000000004" pitchFamily="49" charset="0"/>
              </a:rPr>
              <a:t>module_ref</a:t>
            </a:r>
            <a:r>
              <a:rPr lang="en-US" dirty="0">
                <a:latin typeface="Andale Mono" panose="020B0509000000000004" pitchFamily="49" charset="0"/>
              </a:rPr>
              <a:t> = </a:t>
            </a:r>
            <a:r>
              <a:rPr lang="en-US" dirty="0" err="1">
                <a:latin typeface="Andale Mono" panose="020B0509000000000004" pitchFamily="49" charset="0"/>
              </a:rPr>
              <a:t>condor.settings.get_module</a:t>
            </a:r>
            <a:r>
              <a:rPr lang="en-US" dirty="0">
                <a:latin typeface="Andale Mono" panose="020B0509000000000004" pitchFamily="49" charset="0"/>
              </a:rPr>
              <a:t>(&lt;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&gt;, **</a:t>
            </a:r>
            <a:r>
              <a:rPr lang="en-US" dirty="0" err="1">
                <a:latin typeface="Andale Mono" panose="020B0509000000000004" pitchFamily="49" charset="0"/>
              </a:rPr>
              <a:t>user_settings</a:t>
            </a:r>
            <a:r>
              <a:rPr lang="en-US" dirty="0">
                <a:latin typeface="Andale Mono" panose="020B0509000000000004" pitchFamily="49" charset="0"/>
              </a:rPr>
              <a:t>)</a:t>
            </a:r>
            <a:r>
              <a:rPr lang="en-US" baseline="-25000" dirty="0">
                <a:latin typeface="Andale Mono" panose="020B0509000000000004" pitchFamily="49" charset="0"/>
              </a:rPr>
              <a:t> </a:t>
            </a:r>
          </a:p>
          <a:p>
            <a:pPr marL="457200" lvl="1" indent="0">
              <a:buNone/>
            </a:pPr>
            <a:r>
              <a:rPr lang="en-US" dirty="0"/>
              <a:t>instead of </a:t>
            </a:r>
          </a:p>
          <a:p>
            <a:pPr marL="457200" lvl="1" indent="0">
              <a:buNone/>
            </a:pPr>
            <a:r>
              <a:rPr lang="en-US" dirty="0">
                <a:latin typeface="Andale Mono" panose="020B0509000000000004" pitchFamily="49" charset="0"/>
              </a:rPr>
              <a:t>import 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</a:t>
            </a:r>
            <a:endParaRPr lang="en-US" dirty="0"/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r>
              <a:rPr lang="en-US" dirty="0">
                <a:solidFill>
                  <a:srgbClr val="FF0000"/>
                </a:solidFill>
              </a:rPr>
              <a:t>RENAME: Grammar should be “configure model”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18022</TotalTime>
  <Words>1406</Words>
  <Application>Microsoft Macintosh PowerPoint</Application>
  <PresentationFormat>Widescreen</PresentationFormat>
  <Paragraphs>147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Andale Mono</vt:lpstr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The Model layer</vt:lpstr>
      <vt:lpstr>Performance Considerations for Trajectory</vt:lpstr>
      <vt:lpstr>Model definitions are symbolic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76</cp:revision>
  <dcterms:created xsi:type="dcterms:W3CDTF">2023-07-09T17:45:53Z</dcterms:created>
  <dcterms:modified xsi:type="dcterms:W3CDTF">2023-08-05T08:31:38Z</dcterms:modified>
</cp:coreProperties>
</file>